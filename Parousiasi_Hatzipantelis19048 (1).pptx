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Maven Pro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fa838d032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5fa838d032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fa838d032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5fa838d032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fa838d032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fa838d03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fa838d032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fa838d032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fa838d03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5fa838d03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fa838d032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5fa838d032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fa838d032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5fa838d032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fa838d032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5fa838d032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fa838d032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fa838d032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fa838d032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fa838d032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fa838d032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5fa838d032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fa838d032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fa838d032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fa838d032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5fa838d032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fa838d032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5fa838d032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fa838d032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5fa838d032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5fa838d032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5fa838d032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fa838d032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fa838d032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fa838d032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5fa838d032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5470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Τίτλος μαθήματος: Γεωτεχνικές Αστοχίες και Μέθοδοι Βελτίωσης εδαφών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26057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 txBox="1"/>
          <p:nvPr/>
        </p:nvSpPr>
        <p:spPr>
          <a:xfrm>
            <a:off x="798650" y="3948275"/>
            <a:ext cx="43062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Διδάσκουσα: Φωτοπούλου Σταυρούλα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Φοιτητής: Χατζηπαντελής Χρήστος</a:t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0" name="Google Shape;28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6275" y="4478350"/>
            <a:ext cx="1716475" cy="5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2475" y="3847450"/>
            <a:ext cx="1000275" cy="57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271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Στόχος παρουσίασης: Εκτίμηση ευστάθειας πρανούς και υπολογισμός σεισμικών μετακινήσεων</a:t>
            </a:r>
            <a:endParaRPr sz="271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 txBox="1"/>
          <p:nvPr>
            <p:ph idx="1" type="body"/>
          </p:nvPr>
        </p:nvSpPr>
        <p:spPr>
          <a:xfrm>
            <a:off x="5022775" y="1881675"/>
            <a:ext cx="37713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l" sz="2900"/>
              <a:t>SLAMMER</a:t>
            </a:r>
            <a:endParaRPr b="1" sz="2900"/>
          </a:p>
        </p:txBody>
      </p:sp>
      <p:pic>
        <p:nvPicPr>
          <p:cNvPr id="288" name="Google Shape;288;p14" title="featured_im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950" y="1960238"/>
            <a:ext cx="3516600" cy="12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4" title="Microsoft-Excel-Symb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375" y="2883450"/>
            <a:ext cx="3017098" cy="169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2900"/>
              <a:t>1ο μέρος της Εργασίας</a:t>
            </a:r>
            <a:endParaRPr sz="2900"/>
          </a:p>
        </p:txBody>
      </p:sp>
      <p:sp>
        <p:nvSpPr>
          <p:cNvPr id="295" name="Google Shape;295;p15"/>
          <p:cNvSpPr txBox="1"/>
          <p:nvPr>
            <p:ph idx="1" type="body"/>
          </p:nvPr>
        </p:nvSpPr>
        <p:spPr>
          <a:xfrm>
            <a:off x="541800" y="1532850"/>
            <a:ext cx="3069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/>
              <a:t>Ανάλυση Ευστάθειας Πρανούς :</a:t>
            </a:r>
            <a:endParaRPr b="1"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Υπό στατική φόρτιση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Υπό σεισμική φόρτιση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με ενίσχυση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l" sz="1500"/>
              <a:t>με χρήση PLAXIS 2D </a:t>
            </a:r>
            <a:endParaRPr b="1" sz="1500"/>
          </a:p>
        </p:txBody>
      </p:sp>
      <p:pic>
        <p:nvPicPr>
          <p:cNvPr id="296" name="Google Shape;2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6250" y="1884675"/>
            <a:ext cx="3793929" cy="245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A5A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type="title"/>
          </p:nvPr>
        </p:nvSpPr>
        <p:spPr>
          <a:xfrm>
            <a:off x="1201375" y="848088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420"/>
              <a:t>Μέθοδοι</a:t>
            </a:r>
            <a:r>
              <a:rPr lang="el" sz="2420"/>
              <a:t> ανάλυσης: </a:t>
            </a:r>
            <a:r>
              <a:rPr b="0" lang="el" sz="2420"/>
              <a:t>Ordinary , Bishop , GLE</a:t>
            </a:r>
            <a:endParaRPr b="0" sz="2420"/>
          </a:p>
        </p:txBody>
      </p:sp>
      <p:sp>
        <p:nvSpPr>
          <p:cNvPr id="302" name="Google Shape;302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0" y="1369013"/>
            <a:ext cx="4038795" cy="25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450" y="1369025"/>
            <a:ext cx="4519124" cy="264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2439" y="2395175"/>
            <a:ext cx="4519125" cy="274833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 txBox="1"/>
          <p:nvPr/>
        </p:nvSpPr>
        <p:spPr>
          <a:xfrm>
            <a:off x="2275150" y="139875"/>
            <a:ext cx="4074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Συντελεστής ασφαλείας υπό στατική φόρτιση</a:t>
            </a:r>
            <a:endParaRPr b="1" sz="2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Ανάλυση ευστάθειας με πιθανοτικές παραμέτρους</a:t>
            </a:r>
            <a:endParaRPr/>
          </a:p>
        </p:txBody>
      </p:sp>
      <p:sp>
        <p:nvSpPr>
          <p:cNvPr id="312" name="Google Shape;312;p17"/>
          <p:cNvSpPr txBox="1"/>
          <p:nvPr>
            <p:ph idx="1" type="body"/>
          </p:nvPr>
        </p:nvSpPr>
        <p:spPr>
          <a:xfrm>
            <a:off x="1210275" y="18297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 sz="1600"/>
              <a:t>Ορίστηκαν κάποιες τυχαίες μεταβλητές εδάφους</a:t>
            </a:r>
            <a:endParaRPr sz="1600"/>
          </a:p>
        </p:txBody>
      </p:sp>
      <p:pic>
        <p:nvPicPr>
          <p:cNvPr id="313" name="Google Shape;3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975" y="2347825"/>
            <a:ext cx="57340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A5A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Ανάλυση ευστάθειας με πιθανοτικές παραμέτρους</a:t>
            </a:r>
            <a:endParaRPr/>
          </a:p>
        </p:txBody>
      </p:sp>
      <p:sp>
        <p:nvSpPr>
          <p:cNvPr id="319" name="Google Shape;319;p18"/>
          <p:cNvSpPr txBox="1"/>
          <p:nvPr>
            <p:ph idx="1" type="body"/>
          </p:nvPr>
        </p:nvSpPr>
        <p:spPr>
          <a:xfrm>
            <a:off x="1023250" y="1798550"/>
            <a:ext cx="22761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 sz="1700"/>
              <a:t>Μέθοδος Monte Carlo</a:t>
            </a:r>
            <a:endParaRPr sz="1700"/>
          </a:p>
        </p:txBody>
      </p:sp>
      <p:pic>
        <p:nvPicPr>
          <p:cNvPr id="320" name="Google Shape;3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175" y="1200750"/>
            <a:ext cx="3155875" cy="18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2375575"/>
            <a:ext cx="3230600" cy="190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5175" y="3105230"/>
            <a:ext cx="3155874" cy="186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2850" y="1917700"/>
            <a:ext cx="3927776" cy="23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900" y="521625"/>
            <a:ext cx="6143625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Ανάλυση ευστάθειας ενισχυμένου πρανούς</a:t>
            </a:r>
            <a:endParaRPr/>
          </a:p>
        </p:txBody>
      </p:sp>
      <p:sp>
        <p:nvSpPr>
          <p:cNvPr id="336" name="Google Shape;336;p20"/>
          <p:cNvSpPr txBox="1"/>
          <p:nvPr>
            <p:ph idx="1" type="body"/>
          </p:nvPr>
        </p:nvSpPr>
        <p:spPr>
          <a:xfrm>
            <a:off x="1263725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l" sz="1600"/>
              <a:t>Προσθήκη ενός αγκυρίου με πακτωμένο και ελεύθερο μέρος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650" y="2125175"/>
            <a:ext cx="4282550" cy="27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Συντελεστές ασφαλείας με τις 3 μεθόδους</a:t>
            </a:r>
            <a:endParaRPr/>
          </a:p>
        </p:txBody>
      </p:sp>
      <p:sp>
        <p:nvSpPr>
          <p:cNvPr id="343" name="Google Shape;343;p21"/>
          <p:cNvSpPr txBox="1"/>
          <p:nvPr>
            <p:ph idx="1" type="body"/>
          </p:nvPr>
        </p:nvSpPr>
        <p:spPr>
          <a:xfrm>
            <a:off x="5181667" y="2548810"/>
            <a:ext cx="4517100" cy="16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50" y="1466100"/>
            <a:ext cx="3619024" cy="233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9850" y="1466100"/>
            <a:ext cx="3751209" cy="2398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7875" y="2332000"/>
            <a:ext cx="4012976" cy="2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Εκτίμηση οριακής επιτάχυνσης</a:t>
            </a:r>
            <a:endParaRPr/>
          </a:p>
        </p:txBody>
      </p:sp>
      <p:sp>
        <p:nvSpPr>
          <p:cNvPr id="352" name="Google Shape;352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000" y="1394850"/>
            <a:ext cx="373899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150" y="1352763"/>
            <a:ext cx="3805050" cy="25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7300" y="2172650"/>
            <a:ext cx="3995850" cy="26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Ευστάθεια πρανούς υπό οριζόντια σεισμική φόρτιση</a:t>
            </a:r>
            <a:endParaRPr/>
          </a:p>
        </p:txBody>
      </p:sp>
      <p:sp>
        <p:nvSpPr>
          <p:cNvPr id="361" name="Google Shape;361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00" y="1577450"/>
            <a:ext cx="4269200" cy="268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350" y="1427025"/>
            <a:ext cx="4139050" cy="26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7650" y="2389925"/>
            <a:ext cx="4114801" cy="2589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2911"/>
              <a:t>2ο μέρος εργασίας</a:t>
            </a:r>
            <a:endParaRPr sz="29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"/>
          <p:cNvSpPr txBox="1"/>
          <p:nvPr>
            <p:ph idx="1" type="body"/>
          </p:nvPr>
        </p:nvSpPr>
        <p:spPr>
          <a:xfrm>
            <a:off x="909775" y="1656025"/>
            <a:ext cx="3351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/>
              <a:t>Ανάλυση ευστάθειας πρανους με χρήση : 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➢"/>
            </a:pPr>
            <a:r>
              <a:rPr lang="el" sz="1500"/>
              <a:t>PLAXIS 2D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l" sz="1500"/>
              <a:t>SLAMMER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l" sz="1500"/>
              <a:t>Microsoft Excel</a:t>
            </a:r>
            <a:endParaRPr sz="1500"/>
          </a:p>
        </p:txBody>
      </p:sp>
      <p:pic>
        <p:nvPicPr>
          <p:cNvPr id="371" name="Google Shape;3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1025" y="1408225"/>
            <a:ext cx="4309276" cy="28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/>
          <p:nvPr>
            <p:ph type="title"/>
          </p:nvPr>
        </p:nvSpPr>
        <p:spPr>
          <a:xfrm>
            <a:off x="1281550" y="5896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520"/>
              <a:t>Ερώτημα 1ο: Εκτίμηση δυναμικού και στατικού συντελεστή ασφαλείας</a:t>
            </a:r>
            <a:endParaRPr sz="2420"/>
          </a:p>
        </p:txBody>
      </p:sp>
      <p:sp>
        <p:nvSpPr>
          <p:cNvPr id="377" name="Google Shape;377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75" y="1860625"/>
            <a:ext cx="4170800" cy="26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 txBox="1"/>
          <p:nvPr/>
        </p:nvSpPr>
        <p:spPr>
          <a:xfrm>
            <a:off x="369125" y="1494525"/>
            <a:ext cx="2845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➢"/>
            </a:pPr>
            <a:r>
              <a:rPr lang="el" sz="1500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ΣΤΑΤΙΚΟ ΜΟΝΤΕΛΟ</a:t>
            </a:r>
            <a:endParaRPr sz="1500" u="sng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0" name="Google Shape;38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200" y="1835775"/>
            <a:ext cx="4132263" cy="26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 txBox="1"/>
          <p:nvPr/>
        </p:nvSpPr>
        <p:spPr>
          <a:xfrm>
            <a:off x="4572000" y="1420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➢"/>
            </a:pPr>
            <a:r>
              <a:rPr lang="el" sz="1500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ΔΥΝΑΜΙΚΟ</a:t>
            </a:r>
            <a:r>
              <a:rPr lang="el" sz="1500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ΜΟΝΤΕΛΟ</a:t>
            </a:r>
            <a:endParaRPr sz="1500" u="sng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Ερώτημα 2ο: Συντελεστής κρίσιμης επιτάχυνσης και μέγιστο βάθος</a:t>
            </a:r>
            <a:endParaRPr/>
          </a:p>
        </p:txBody>
      </p:sp>
      <p:sp>
        <p:nvSpPr>
          <p:cNvPr id="387" name="Google Shape;387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25" y="1813450"/>
            <a:ext cx="3984174" cy="25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0350" y="1794138"/>
            <a:ext cx="3952250" cy="155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Ερώτημα 3ο: Υπολογισμός </a:t>
            </a:r>
            <a:r>
              <a:rPr lang="el"/>
              <a:t>παραμενουσών</a:t>
            </a:r>
            <a:r>
              <a:rPr lang="el"/>
              <a:t> μετακινήσεων</a:t>
            </a:r>
            <a:endParaRPr/>
          </a:p>
        </p:txBody>
      </p:sp>
      <p:sp>
        <p:nvSpPr>
          <p:cNvPr id="395" name="Google Shape;395;p27"/>
          <p:cNvSpPr txBox="1"/>
          <p:nvPr>
            <p:ph idx="1" type="body"/>
          </p:nvPr>
        </p:nvSpPr>
        <p:spPr>
          <a:xfrm>
            <a:off x="1241475" y="1687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l"/>
              <a:t>Χρήση λογισμικού SLAMMER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l"/>
              <a:t>Χρήση των ακόλουθων σχέσεων</a:t>
            </a:r>
            <a:endParaRPr/>
          </a:p>
        </p:txBody>
      </p:sp>
      <p:pic>
        <p:nvPicPr>
          <p:cNvPr id="396" name="Google Shape;3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902" y="1171200"/>
            <a:ext cx="2969974" cy="3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800" y="2469775"/>
            <a:ext cx="4166676" cy="209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Αποτελέσματα SLAMMER</a:t>
            </a:r>
            <a:endParaRPr/>
          </a:p>
        </p:txBody>
      </p:sp>
      <p:sp>
        <p:nvSpPr>
          <p:cNvPr id="403" name="Google Shape;403;p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600" y="1525675"/>
            <a:ext cx="5510225" cy="187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4775" y="1314113"/>
            <a:ext cx="4927401" cy="22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3175" y="2683850"/>
            <a:ext cx="4846124" cy="22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Εκτίμηση κλίσης πρανούς για την οποία η μετακίνηση θα γινει οριακα ανεκτή</a:t>
            </a:r>
            <a:endParaRPr/>
          </a:p>
        </p:txBody>
      </p:sp>
      <p:sp>
        <p:nvSpPr>
          <p:cNvPr id="412" name="Google Shape;412;p29"/>
          <p:cNvSpPr txBox="1"/>
          <p:nvPr>
            <p:ph idx="1" type="body"/>
          </p:nvPr>
        </p:nvSpPr>
        <p:spPr>
          <a:xfrm>
            <a:off x="1281525" y="16872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 sz="1500">
                <a:solidFill>
                  <a:srgbClr val="424242"/>
                </a:solidFill>
              </a:rPr>
              <a:t>Με τη χρήση του φάσματος του EC8 για τα δεδομένα μου το Sa(1.5Ts) υπολογίστηκε ώς εξης</a:t>
            </a:r>
            <a:endParaRPr sz="1500">
              <a:solidFill>
                <a:srgbClr val="424242"/>
              </a:solidFill>
            </a:endParaRPr>
          </a:p>
        </p:txBody>
      </p:sp>
      <p:pic>
        <p:nvPicPr>
          <p:cNvPr id="413" name="Google Shape;413;p29"/>
          <p:cNvPicPr preferRelativeResize="0"/>
          <p:nvPr/>
        </p:nvPicPr>
        <p:blipFill rotWithShape="1">
          <a:blip r:embed="rId3">
            <a:alphaModFix/>
          </a:blip>
          <a:srcRect b="16233" l="0" r="0" t="0"/>
          <a:stretch/>
        </p:blipFill>
        <p:spPr>
          <a:xfrm>
            <a:off x="2619500" y="2102925"/>
            <a:ext cx="3677325" cy="276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B0BC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Τελος: Υπολογισμός κλίσης πρανούς</a:t>
            </a:r>
            <a:endParaRPr/>
          </a:p>
        </p:txBody>
      </p:sp>
      <p:sp>
        <p:nvSpPr>
          <p:cNvPr id="419" name="Google Shape;419;p30"/>
          <p:cNvSpPr txBox="1"/>
          <p:nvPr>
            <p:ph idx="1" type="body"/>
          </p:nvPr>
        </p:nvSpPr>
        <p:spPr>
          <a:xfrm>
            <a:off x="522025" y="18342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l" sz="1500"/>
              <a:t>Έγινε χρήση του ακόλουθου τύπου</a:t>
            </a:r>
            <a:endParaRPr sz="1500"/>
          </a:p>
        </p:txBody>
      </p:sp>
      <p:pic>
        <p:nvPicPr>
          <p:cNvPr id="420" name="Google Shape;4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300" y="2289950"/>
            <a:ext cx="26955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850" y="1934650"/>
            <a:ext cx="3226125" cy="15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0"/>
          <p:cNvSpPr txBox="1"/>
          <p:nvPr/>
        </p:nvSpPr>
        <p:spPr>
          <a:xfrm>
            <a:off x="4700175" y="14705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</a:pPr>
            <a:r>
              <a:rPr lang="el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Από το Excel β=17.825degrees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